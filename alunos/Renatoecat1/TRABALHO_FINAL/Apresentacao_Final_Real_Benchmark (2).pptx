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Benchmark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Resultados reais extraídos dos CSVs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Conjunto  Total  Resolvidos  Taxa_%</a:t>
            </a:r>
          </a:p>
          <a:p>
            <a:r>
              <a:t>AMPL NLP     97          44   45.36</a:t>
            </a:r>
          </a:p>
          <a:p>
            <a:r>
              <a:t>  MadNLP     22          21   95.45</a:t>
            </a:r>
          </a:p>
          <a:p>
            <a:r>
              <a:t> COCONUT    159         159  100.00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Taxa de Sucesso</a:t>
            </a:r>
          </a:p>
        </p:txBody>
      </p:sp>
      <p:pic>
        <p:nvPicPr>
          <p:cNvPr id="3" name="Picture 2" descr="taxa_sucess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